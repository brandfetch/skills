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Swap the Brandfetch logo top-left for your own once - it is a static image, not a token. {bf:name} fills as text. {bf:lightOrDarkLogo} is an image slot: contain fit, light mark for this dark ground. {engagement_type} and {date} are your own tokens - rename them freely. Dashed outlines mark slots and are stripped automatically when a slot is filled.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 understanding. {bf:banner} cover fit full-bleed, {bf:icon} cover fit in the ellipse, {bf:darkOrLightSymbol} contain fit in the square - a dark mark for this light ground. {bf:name}, {bf:description}, {bf:companyType} and {bf:companyEmployees} fill as text. {sector} is your own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Ways of working. Each column is headed by a symbol-plus-name lockup: the left pair is static (your symbol image and your name in text - swap both once), the right pair is {bf:lightOrDarkSymbol} at 0.55in tight contain plus {bf:name} as text. Small symbols keep visual weight comparable across brands. The lorem ipsum bullets are placeholder copy - replace them with your own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steps. Every value slot here is a token you define - rename the row labels and tokens to whatever you sell. {bf:name} appears once in the footer. An unfilled token stays visible as {token} in the output so gaps are obvious.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f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02920"/>
            <a:ext cx="1371600" cy="3685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proposal for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2880360"/>
            <a:ext cx="5989320" cy="868680"/>
          </a:xfrm>
          <a:prstGeom prst="rect">
            <a:avLst/>
          </a:prstGeom>
          <a:noFill/>
          <a:ln w="12700">
            <a:solidFill>
              <a:srgbClr val="6E6E6A"/>
            </a:solidFill>
            <a:prstDash val="dash"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{bf:name}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3977640"/>
            <a:ext cx="4023360" cy="411480"/>
          </a:xfrm>
          <a:prstGeom prst="rect">
            <a:avLst/>
          </a:prstGeom>
          <a:noFill/>
          <a:ln w="12700">
            <a:solidFill>
              <a:srgbClr val="6E6E6A"/>
            </a:solidFill>
            <a:prstDash val="dash"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{engagement_type} · {date}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2788920"/>
            <a:ext cx="3916375" cy="1051560"/>
          </a:xfrm>
          <a:prstGeom prst="rect">
            <a:avLst/>
          </a:prstGeom>
          <a:noFill/>
          <a:ln w="12700">
            <a:solidFill>
              <a:srgbClr val="6E6E6A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{bf:lightOrDarkLogo}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12191695" cy="1691640"/>
          </a:xfrm>
          <a:prstGeom prst="rect">
            <a:avLst/>
          </a:prstGeom>
          <a:solidFill>
            <a:srgbClr val="EDEBE4"/>
          </a:solidFill>
          <a:ln w="12700">
            <a:solidFill>
              <a:srgbClr val="B9B7AE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{bf:banner}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234440" cy="1234440"/>
          </a:xfrm>
          <a:prstGeom prst="ellipse">
            <a:avLst/>
          </a:prstGeom>
          <a:solidFill>
            <a:srgbClr val="FAFAF8"/>
          </a:solidFill>
          <a:ln w="12700">
            <a:solidFill>
              <a:srgbClr val="B9B7AE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{bf:icon}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1828800"/>
            <a:ext cx="3840480" cy="502920"/>
          </a:xfrm>
          <a:prstGeom prst="rect">
            <a:avLst/>
          </a:prstGeom>
          <a:noFill/>
          <a:ln w="12700">
            <a:solidFill>
              <a:srgbClr val="B9B7AE"/>
            </a:solidFill>
            <a:prstDash val="dash"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{bf:name}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2468880"/>
            <a:ext cx="6583680" cy="731520"/>
          </a:xfrm>
          <a:prstGeom prst="rect">
            <a:avLst/>
          </a:prstGeom>
          <a:noFill/>
          <a:ln w="12700">
            <a:solidFill>
              <a:srgbClr val="B9B7AE"/>
            </a:solidFill>
            <a:prstDash val="dash"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{bf:description}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225735" y="1828800"/>
            <a:ext cx="1280160" cy="1280160"/>
          </a:xfrm>
          <a:prstGeom prst="rect">
            <a:avLst/>
          </a:prstGeom>
          <a:solidFill>
            <a:srgbClr val="F1EFE8"/>
          </a:solidFill>
          <a:ln w="12700">
            <a:solidFill>
              <a:srgbClr val="B9B7AE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{bf:darkOrLightSymbol}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85800" y="4160520"/>
            <a:ext cx="3301898" cy="1143000"/>
          </a:xfrm>
          <a:prstGeom prst="roundRect">
            <a:avLst>
              <a:gd name="adj" fmla="val 4800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4407408"/>
            <a:ext cx="2753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type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736592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{bf:companyType}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44898" y="4160520"/>
            <a:ext cx="3301898" cy="1143000"/>
          </a:xfrm>
          <a:prstGeom prst="roundRect">
            <a:avLst>
              <a:gd name="adj" fmla="val 4800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9218" y="4407408"/>
            <a:ext cx="2753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719218" y="4736592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{bf:companyEmployees}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03997" y="4160520"/>
            <a:ext cx="3301898" cy="1143000"/>
          </a:xfrm>
          <a:prstGeom prst="roundRect">
            <a:avLst>
              <a:gd name="adj" fmla="val 4800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78317" y="4407408"/>
            <a:ext cx="2753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478317" y="4736592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{sector}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would work together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5250028" cy="4251960"/>
          </a:xfrm>
          <a:prstGeom prst="roundRect">
            <a:avLst>
              <a:gd name="adj" fmla="val 1290"/>
            </a:avLst>
          </a:prstGeom>
          <a:solidFill>
            <a:srgbClr val="1A1A1C"/>
          </a:solidFill>
          <a:ln w="12700">
            <a:solidFill>
              <a:srgbClr val="3A3A38"/>
            </a:solidFill>
            <a:prstDash val="solid"/>
          </a:ln>
        </p:spPr>
      </p:sp>
      <p:pic>
        <p:nvPicPr>
          <p:cNvPr id="4" name="Image 0" descr="/home/claude/bf-symb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691640"/>
            <a:ext cx="470002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09928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Brandfetch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088136" y="2606040"/>
            <a:ext cx="44270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4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Lorem ipsum dolor sit amet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4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Consectetur adipiscing elit sed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4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 incididunt ut labore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4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Magna aliqua ut enim ad minim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55868" y="1371600"/>
            <a:ext cx="5250028" cy="4251960"/>
          </a:xfrm>
          <a:prstGeom prst="roundRect">
            <a:avLst>
              <a:gd name="adj" fmla="val 1290"/>
            </a:avLst>
          </a:prstGeom>
          <a:solidFill>
            <a:srgbClr val="1A1A1C"/>
          </a:solidFill>
          <a:ln w="12700">
            <a:solidFill>
              <a:srgbClr val="3A3A3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58204" y="1691640"/>
            <a:ext cx="502920" cy="502920"/>
          </a:xfrm>
          <a:prstGeom prst="rect">
            <a:avLst/>
          </a:prstGeom>
          <a:noFill/>
          <a:ln w="12700">
            <a:solidFill>
              <a:srgbClr val="6E6E6A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4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{bf:lightOrDarkSymbol}</a:t>
            </a:r>
            <a:endParaRPr lang="en-US" sz="600" dirty="0"/>
          </a:p>
        </p:txBody>
      </p:sp>
      <p:sp>
        <p:nvSpPr>
          <p:cNvPr id="9" name="Text 6"/>
          <p:cNvSpPr txBox="1"/>
          <p:nvPr/>
        </p:nvSpPr>
        <p:spPr>
          <a:xfrm>
            <a:off x="7279996" y="1691640"/>
            <a:ext cx="3200400" cy="502920"/>
          </a:xfrm>
          <a:prstGeom prst="rect">
            <a:avLst/>
          </a:prstGeom>
          <a:noFill/>
          <a:ln w="12700">
            <a:solidFill>
              <a:srgbClr val="6E6E6A"/>
            </a:solidFill>
            <a:prstDash val="dash"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{bf:name}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658204" y="2606040"/>
            <a:ext cx="44270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4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Duis aute irure dolor in reprehenderit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4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Voluptate velit esse cillum dolore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4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Excepteur sint occaecat cupidatat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10820095" cy="0"/>
          </a:xfrm>
          <a:prstGeom prst="line">
            <a:avLst/>
          </a:prstGeom>
          <a:noFill/>
          <a:ln w="12700">
            <a:solidFill>
              <a:srgbClr val="DAD8D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91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Kick-off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691640"/>
            <a:ext cx="2743200" cy="411480"/>
          </a:xfrm>
          <a:prstGeom prst="rect">
            <a:avLst/>
          </a:prstGeom>
          <a:noFill/>
          <a:ln w="12700">
            <a:solidFill>
              <a:srgbClr val="B9B7AE"/>
            </a:solidFill>
            <a:prstDash val="dash"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{start_date}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350008"/>
            <a:ext cx="10820095" cy="0"/>
          </a:xfrm>
          <a:prstGeom prst="line">
            <a:avLst/>
          </a:prstGeom>
          <a:noFill/>
          <a:ln w="12700">
            <a:solidFill>
              <a:srgbClr val="EDEB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651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review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651760"/>
            <a:ext cx="2743200" cy="411480"/>
          </a:xfrm>
          <a:prstGeom prst="rect">
            <a:avLst/>
          </a:prstGeom>
          <a:noFill/>
          <a:ln w="12700">
            <a:solidFill>
              <a:srgbClr val="B9B7AE"/>
            </a:solidFill>
            <a:prstDash val="dash"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{review_date}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310128"/>
            <a:ext cx="10820095" cy="0"/>
          </a:xfrm>
          <a:prstGeom prst="line">
            <a:avLst/>
          </a:prstGeom>
          <a:noFill/>
          <a:ln w="12700">
            <a:solidFill>
              <a:srgbClr val="EDEB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611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report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611880"/>
            <a:ext cx="2743200" cy="411480"/>
          </a:xfrm>
          <a:prstGeom prst="rect">
            <a:avLst/>
          </a:prstGeom>
          <a:noFill/>
          <a:ln w="12700">
            <a:solidFill>
              <a:srgbClr val="B9B7AE"/>
            </a:solidFill>
            <a:prstDash val="dash"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{delivery_date}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270248"/>
            <a:ext cx="10820095" cy="0"/>
          </a:xfrm>
          <a:prstGeom prst="line">
            <a:avLst/>
          </a:prstGeom>
          <a:noFill/>
          <a:ln w="12700">
            <a:solidFill>
              <a:srgbClr val="EDEB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572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fee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572000"/>
            <a:ext cx="2743200" cy="411480"/>
          </a:xfrm>
          <a:prstGeom prst="rect">
            <a:avLst/>
          </a:prstGeom>
          <a:noFill/>
          <a:ln w="12700">
            <a:solidFill>
              <a:srgbClr val="B9B7AE"/>
            </a:solidFill>
            <a:prstDash val="dash"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{fee}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{bf:name}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2026-09-09T13:55:57Z</dcterms:created>
  <dcterms:modified xsi:type="dcterms:W3CDTF">2026-09-09T13:55:57Z</dcterms:modified>
</cp:coreProperties>
</file>